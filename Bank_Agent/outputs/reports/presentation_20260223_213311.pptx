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Churn Prevention Strategy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Banking Analytics Report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1: Heatmap Churn Encoded 20260223 213056</a:t>
            </a:r>
          </a:p>
        </p:txBody>
      </p:sp>
      <p:pic>
        <p:nvPicPr>
          <p:cNvPr id="4" name="Picture 3" descr="heatmap_churn_encoded_20260223_213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2: Scatter Churn 20260223 213132</a:t>
            </a:r>
          </a:p>
        </p:txBody>
      </p:sp>
      <p:pic>
        <p:nvPicPr>
          <p:cNvPr id="4" name="Picture 3" descr="scatter_churn_20260223_213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403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Visualisation 3: Dashboard Churn 20260223 213203</a:t>
            </a:r>
          </a:p>
        </p:txBody>
      </p:sp>
      <p:pic>
        <p:nvPicPr>
          <p:cNvPr id="4" name="Picture 3" descr="dashboard_churn_20260223_213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45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