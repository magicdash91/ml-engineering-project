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Customer Churn Prevention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</a:rPr>
              <a:t>Banking Analytics Report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Visualisation 1: Heatmap Churn Encoded 20260223 211657</a:t>
            </a:r>
          </a:p>
        </p:txBody>
      </p:sp>
      <p:pic>
        <p:nvPicPr>
          <p:cNvPr id="4" name="Picture 3" descr="heatmap_churn_encoded_20260223_211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Visualisation 2: Pie Churn 20260223 211731</a:t>
            </a:r>
          </a:p>
        </p:txBody>
      </p:sp>
      <p:pic>
        <p:nvPicPr>
          <p:cNvPr id="4" name="Picture 3" descr="pie_churn_20260223_2117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Visualisation 3: Scatter Churn 20260223 211749</a:t>
            </a:r>
          </a:p>
        </p:txBody>
      </p:sp>
      <p:pic>
        <p:nvPicPr>
          <p:cNvPr id="4" name="Picture 3" descr="scatter_churn_20260223_211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