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Digital Marketing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A73E8"/>
                </a:solidFill>
              </a:rPr>
              <a:t>Galvatron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CCCCC"/>
                </a:solidFill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A73E8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See full report for details on Executive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A73E8"/>
                </a:solidFill>
              </a:rPr>
              <a:t>Campaign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See full report for details on Campaign Objectives.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A73E8"/>
                </a:solidFill>
              </a:rPr>
              <a:t>Strategy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See full report for details on Strategy Overview.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A73E8"/>
                </a:solidFill>
              </a:rPr>
              <a:t>Content Plan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See full report for details on Content Plan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A73E8"/>
                </a:solidFill>
              </a:rPr>
              <a:t>KPIs &amp; 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See full report for details on KPIs &amp; Success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