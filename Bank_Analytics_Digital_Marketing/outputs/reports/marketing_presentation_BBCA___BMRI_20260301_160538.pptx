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BBCA &amp; BMRI — Digital Marketing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E6C9"/>
                </a:solidFill>
              </a:rPr>
              <a:t>Campaign Report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1.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BBCA &amp; BMRI will position itself as the "Intelligent Financial Partner for Modern Lifestyles." We aim to be recognized as the leading choice for individuals and businesses seeking a seamless, secure, and rewarding financial experience that adapts to their evolving needs.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For "New &amp; Nimble Churners" (Segment 2): We are the flexible and value-driven partner that empowers smart financial choices, offering effortless digital solutions and rewarding loyalty from day one. We understand the need for adaptability while providing the stability and benefits of a long-term relationship.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For "High-Value Digital Users" (Segment 1): We are the premium financial ecosystem that fuels ambition, providing advanced tools, exclusive insights, and proactive support to elevate their financial journey.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2. 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Our strategy targets two primary segments identified as critical for churn prevention: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1.  Segment 2: "New &amp; Nimble Churners"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Description: High churn risk, short tenure, month-to-month contracts. Highly susceptible to switching banks due to perceived lack of value, better offers elsewhere, or initial dissatisfaction.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Personas: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The Digital Nomad: Young, tech-savvy professional (25-30 years old, IDR 8-15M income), values flexibility, convenience, seamless digital experiences, low loyalty. Pain points: slow apps, hidden fees, lack of instant customer support.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The Savvy Family Planner: Responsible individual (32-40 years old, IDR 12-25M income), focused on financial security, pragmatic, value-conscious, sensitive to fees. Pain points: high fees, unclear product information, inconsistent customer service.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2.  Segment 1: "High-Value Digital Users"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Description: High-value customers with fiber optic internet and higher MonthlyCharges. Their retention is paramount as their churn significantly impacts revenue.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Persona: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The Ambitious Entrepreneur: High-achieving individual (30-45 years old, IDR 25M+ income), demanding, expects premium service, advanced digital tools, personalized solutions, high-value but conditional loyalty.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3. Campaign Objectives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Our retention strategy is built around measurable outcomes: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Primary Objectives &amp; KPIs: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1.  Reduce Overall Customer Churn Rate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KPI: Overall Customer Churn Rate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Baseline: 17%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Target: 14% (within 6 months)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Measurement Frequency: Monthly, Quarterly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Data Source: Customer database, churn prediction model outputs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2.  Reduce Churn within "New &amp; Nimble Churners" (Segment 2)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KPI: Churn Rate for "New &amp; Nimble Churners" (Segment 2)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Baseline: (Current Segment 2 Churn Rate - to be established, but assumed higher than overall)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Target: 25% reduction from baseline Segment 2 churn rate (within 90 days)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Measurement Frequency: Monthly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Data Source: Customer segmentation data, churn prediction model outputs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3.  Increase Month-to-Month Contract Conversions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KPI: Month-to-Month to 12/24-Month Contract Conversion Rate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Baseline: (Current conversion rate - to be established)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Target: 15% increase from baseline conversion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Secondary KPIs: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Customer Lifetime Value (CLTV): Increase in CLTV for targeted segments over 6 months.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Customer Satisfaction (CSAT) / Net Promoter Score (NPS): Improvement in scores, particularly for Segment 2 and Segment 1.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Engagement Rates: Email open rates, click-through rates, in-app feature usage, social media engagement, content consumption (webinars, articles).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Cost Per Retention (CPR): To optimize the efficiency of retention efforts.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4. Key Initiatives &amp; Campaign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Our strategy leverages data-driven insights and industry trends to implement targeted campaigns: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1.  Deepen Digital Personalization for "New &amp; Nimble Churners"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Campaign: "Welcome Bonus: Setia Sejak Awal"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Mechanic: For new customers (tenure &lt; 3 months), offer a IDR 50,000 welcome bonus or waived transaction fees for 1 month if they set up an automatic payment method or commit to a specific long-term product within their first 60 days.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Target Driver: Tenure (shorter tenure), Payment Method.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Channels: In-App Notifications/Banners, Personalized Email, SMS/WhatsApp Blasts.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2.  Incentivize Long-Term Commitment through Value-Added Bundles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Campaign: "Upgrade &amp; Hemat: Kontrak Tahunan Lebih Untung"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Mechanic: Offer a 3-month discount on administrative fees or a 5% cashback bonus (up to IDR 50,000) for customers who upgrade from a month-to-month contract to a 12-month or 24-month contract. Enhance with exclusive lifestyle benefits (e.g., streaming discounts, e-commerce vouchers).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Target Driver: Contract Type (Month-to-month).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Channels: In-App Notifications/Banners, Personalized Email, Social Media Retargeting, Dedicated Landing Pages.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3.  Integrate "AutoPay" with Lifestyle Rewards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Campaign: "AutoPay Anti-Ribet: Cashback Tiap Bulan"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Mechanic: Provide a 5% cashback on monthly charges (up to IDR 25,000) for the first 3 months when customers activate automatic payment for their BBCA/BMRI services. Expand to offer loyalty points redeemable for popular lifestyle purchases (food delivery, ride-hailing).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Target Driver: Payment Method (incentivize automatic payments).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Channels: SMS/WhatsApp Blasts, In-App Notifications, Website Banners, Google Search Ads, Broad Social Media Campaigns.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5. Channel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Our channel strategy is tailored to each segment's preferences and the campaign's objectives: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For Segment 2 ("New &amp; Nimble Churners"):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High Priority: In-App Notifications/Banners, Personalized Email Marketing, SMS/WhatsApp Blasts, Social Media Retargeting (Facebook, Instagram).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Purpose: Direct, immediate, and personalized communication to drive early engagement and contract/payment conversions.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For Segment 1 ("High-Value Digital Users"):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High Priority: Personalized Email Marketing (exclusive invitations), In-App Messaging/Push Notifications (premium features), Dedicated Landing Pages, Relationship Manager Outreach (for top-tier clients).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Purpose: Deliver exclusive, value-driven content and personalized service to reinforce loyalty and justify high monthly charges.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For General Churn Drivers (Monthly Charges, Payment Method):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Supporting Channels: Website Banners &amp; Landing Pages, Google Search Ads (targeting relevant keywords), Broad Social Media Campaigns (awareness of loyalty programs, auto-pay benefits).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37474F"/>
                </a:solidFill>
              </a:rPr>
              <a:t>*   Purpose: Broaden reach for general benefits and capture intent.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E6C9"/>
                </a:solidFill>
              </a:rPr>
              <a:t>Digital Marketing Campaign — Summary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